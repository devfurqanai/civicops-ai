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name and one line: CivicOps AI helps citizens report civic issues and helps operators coordinate response with departments.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reports are scattered and messy. Explain that the issue is not only reporting, it is turning reports into actionable operational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solution clearly: citizens report simply, AI structures the input, operators control important decisions, departments report back, citizens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satisfies high-level diagram requirement. Emphasize that each step is part of one controlled operational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tech stack quickly. Do not dwell on every library. Keep it to frontend, backend, database, AI and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answer security questions: fake reports, malicious users, prompt injection and false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closes the gap: departments now have their own workflow and the operator confirms before citizens give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actual video, demo one scenario: sewerage near school, then operator, then department, then citizen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team roles and the final line.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9372600" y="502920"/>
            <a:ext cx="2240280" cy="2240280"/>
          </a:xfrm>
          <a:prstGeom prst="ellipse">
            <a:avLst/>
          </a:prstGeom>
          <a:solidFill>
            <a:srgbClr val="CCFBF1">
              <a:alpha val="88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3794760"/>
            <a:ext cx="1965960" cy="1965960"/>
          </a:xfrm>
          <a:prstGeom prst="ellipse">
            <a:avLst/>
          </a:prstGeom>
          <a:solidFill>
            <a:srgbClr val="DBEAFE">
              <a:alpha val="88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8580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9552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Hackathon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CivicOps AI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34155"/>
                </a:solidFill>
              </a:rPr>
              <a:t>Intelligent Community Incident &amp; Response Coordination Platform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6656" y="276148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From fragmented citizen reports to verified incidents, department action and citizen feedback.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54480" y="4443984"/>
            <a:ext cx="5486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80944" y="4443984"/>
            <a:ext cx="5486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07408" y="4443984"/>
            <a:ext cx="5486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33872" y="4443984"/>
            <a:ext cx="5486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0336" y="4443984"/>
            <a:ext cx="5486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" y="4069080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187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76272" y="4069080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4187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Intake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02736" y="4069080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22C55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4187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4069080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4187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55664" y="4069080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EF44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4187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Department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82128" y="4069080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7848" y="4187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696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Team Lead: Muhammad Furqan Arshad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989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GenAI &amp; Agentic AI Hackathon  | 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Civic reporting is fragmented, hard to verify and difficult to track.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647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Scattered reporting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167128"/>
            <a:ext cx="294436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Citizens report through calls, WhatsApp, social media, local representatives and informal messages.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00200"/>
            <a:ext cx="73152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7647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Unstructured inputs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167128"/>
            <a:ext cx="294436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Reports arrive in English, Urdu, Roman Urdu, images and vague landmarks, often without clean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020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7647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Weak follow-up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0768" y="2167128"/>
            <a:ext cx="294436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Departments may be assigned manually, but citizens rarely see transparent progress or verified closure.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4069080"/>
            <a:ext cx="2286000" cy="68580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Duplicate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4069080"/>
            <a:ext cx="2286000" cy="68580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Slow prioritization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4069080"/>
            <a:ext cx="2286000" cy="68580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42976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Unclear ownership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92440" y="4069080"/>
            <a:ext cx="2286000" cy="685800"/>
          </a:xfrm>
          <a:prstGeom prst="chevron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No verified closure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Pakistan-specific challenge: many users need simple language support, manual landmarks, optional GPS and low-friction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Solution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CivicOps AI converts reports into verified operational incidents.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CivicOps is not just a complaint form. It is an incident intelligence and response workflow.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5074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73152" cy="10698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496312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Multilingual intake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2898648"/>
            <a:ext cx="472744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English, Urdu and Roman Urdu citizen reports with text, manual location and optional GPS.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074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331720"/>
            <a:ext cx="73152" cy="10698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496312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Incident fusion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4808" y="2898648"/>
            <a:ext cx="472744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Multiple related reports can become one real-world incident instead of duplicate tickets.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5074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49040"/>
            <a:ext cx="73152" cy="10698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913632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Trust signals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4315968"/>
            <a:ext cx="472744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Evidence confidence, spam risk, idempotency and human review protect the workflow.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074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10698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913632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Operational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4315968"/>
            <a:ext cx="472744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Operators assign and release incidents to departments, then verify completion before citizen feedback.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71600" y="5559552"/>
            <a:ext cx="94183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5715000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Goal: make civic response more accessible, accountable and traceable.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CivicOps Works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End-to-end workflow from citizen report to verified resolution.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3639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5371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7103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8835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0567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222992" y="2203704"/>
            <a:ext cx="10972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Citizen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Intake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22C55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Department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78440" y="1874520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199339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Citizen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6576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657600"/>
            <a:ext cx="73152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38221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AI extracts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6968" y="4224528"/>
            <a:ext cx="29443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Category, summary, reported urgency, location and civic relevance from messy reports.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34840" y="36576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365760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38221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Rules decide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36008" y="4224528"/>
            <a:ext cx="29443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Priority, routing, allowed transitions and verification gates remain controlled by backend logic.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36576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3880" y="365760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85048" y="38221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Humans approve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85048" y="4224528"/>
            <a:ext cx="29443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Operators verify, departments update work, and final resolution requires operator approval.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Important design principle: AI recommends and structures information. Sensitive operational actions stay human-supervised.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Built as a full working web system with persistent data and protected roles.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999232"/>
            <a:ext cx="106984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2999232"/>
            <a:ext cx="11430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22592" y="2999232"/>
            <a:ext cx="114300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55480" y="2999232"/>
            <a:ext cx="10058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260604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+ 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Tailwind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26060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7249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Pydantic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26060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22C55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7249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 + 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2606040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Groq /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Structured Intake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378440" y="260604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EF44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272491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MapTiler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Leaflet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60520"/>
            <a:ext cx="73152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32511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Frontend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727448"/>
            <a:ext cx="29443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Citizen portal, operator dashboard, department dashboard, tracking and feedback.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4160520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4160520"/>
            <a:ext cx="73152" cy="1207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432511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Backend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36008" y="4727448"/>
            <a:ext cx="29443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AI intake, fusion, status transitions, permissions, audit and transactional RPC calls.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4160520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4160520"/>
            <a:ext cx="73152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0768" y="432511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Persistence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30768" y="4727448"/>
            <a:ext cx="29443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Reports, incidents, assignments, status history, feedback, evidence and trusted profiles.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Deployment: Vercel frontend, Railway backend, Supabase database/auth/storage, MapTiler browser key.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Trust, Security &amp; Abuse Protection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CivicOps does not treat every report as automatically true.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73152" cy="13533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4592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Identity &amp; Roles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048256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CITIZEN, OPERATOR, DEPARTMENT and ADMIN are verified through Supabase Auth plus trusted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48132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81328"/>
            <a:ext cx="73152" cy="13533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4592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Department isolation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048256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Department users see only incidents assigned and released to their own department.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48132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481328"/>
            <a:ext cx="73152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64592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Spam &amp; duplicates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0768" y="2048256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Idempotency, spam risk and duplicate-aware incident fusion reduce fake priority inflation.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83280"/>
            <a:ext cx="73152" cy="13533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54787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Auditability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Important transitions create status history and audit records with actor context.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3383280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383280"/>
            <a:ext cx="73152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354787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Prompt safety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36008" y="395020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Citizen text is treated as untrusted data for structured extraction, not as instructions.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3383280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383280"/>
            <a:ext cx="73152" cy="1353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354787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Human gate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30768" y="395020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Final resolution and sensitive actions require operator control.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194560" y="5806440"/>
            <a:ext cx="7818120" cy="502920"/>
          </a:xfrm>
          <a:prstGeom prst="roundRect">
            <a:avLst>
              <a:gd name="adj" fmla="val 14545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5961888"/>
            <a:ext cx="7360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34E4A"/>
                </a:solidFill>
              </a:rPr>
              <a:t>Judge-facing answer: CivicOps estimates confidence and routes action, but it does not replace human accountability.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Operational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Assignment now becomes visible action, not just a database label.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936" y="2468880"/>
            <a:ext cx="694944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2468880"/>
            <a:ext cx="694944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58384" y="2468880"/>
            <a:ext cx="694944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50608" y="2468880"/>
            <a:ext cx="694944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42832" y="2468880"/>
            <a:ext cx="694944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" y="2084832"/>
            <a:ext cx="1234440" cy="768096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037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2084832"/>
            <a:ext cx="1234440" cy="768096"/>
          </a:xfrm>
          <a:prstGeom prst="roundRect">
            <a:avLst>
              <a:gd name="adj" fmla="val 9524"/>
            </a:avLst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22037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4256" y="2084832"/>
            <a:ext cx="1234440" cy="768096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22037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ACCEPTED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084832"/>
            <a:ext cx="1234440" cy="768096"/>
          </a:xfrm>
          <a:prstGeom prst="roundRect">
            <a:avLst>
              <a:gd name="adj" fmla="val 9524"/>
            </a:avLst>
          </a:prstGeom>
          <a:solidFill>
            <a:srgbClr val="EF44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2037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IN_PROGRESS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18704" y="2084832"/>
            <a:ext cx="1234440" cy="768096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4424" y="22037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10928" y="2084832"/>
            <a:ext cx="1234440" cy="768096"/>
          </a:xfrm>
          <a:prstGeom prst="roundRect">
            <a:avLst>
              <a:gd name="adj" fmla="val 9524"/>
            </a:avLst>
          </a:prstGeom>
          <a:solidFill>
            <a:srgbClr val="22C55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6648" y="22037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RESOLVED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37490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749040"/>
            <a:ext cx="73152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91363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4315968"/>
            <a:ext cx="29443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Verifies incident, assigns and releases it to the responsible department.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34840" y="37490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74904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91363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Department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36008" y="4315968"/>
            <a:ext cx="29443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Sees its queue, accepts work, starts progress and submits completion notes.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37490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74904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391363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Citizen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7888" y="4315968"/>
            <a:ext cx="29443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Gets final status only after operator verification, then confirms resolution.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3000" y="57424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If the operator rejects completion, the incident is reopened for more work.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One complete story is stronger than many disconnected features.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8132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3677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14996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Citizen submits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1810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Roman Urdu sewerage report with manual location or GPS.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263640" y="148132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63677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76872" y="14996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AI structures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6872" y="1810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Category, summary, urgency, confidence and spam risk are generated.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31520" y="289864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0540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4752" y="29169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Operator reviews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4752" y="32278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Incident appears with map, evidence, priority and response plan.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63640" y="289864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0540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76872" y="29169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Assign &amp; release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32278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Operator sends incident to Water &amp; Sanitation.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31520" y="431596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4714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44752" y="43342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Department acts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44752" y="4645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Department accepts, starts work and submits completion.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263640" y="431596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4714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76872" y="43342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Close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76872" y="4645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Operator verifies resolution and citizen gives feedback.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1417320" y="5925312"/>
            <a:ext cx="932688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6044184"/>
            <a:ext cx="8961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92400E"/>
                </a:solidFill>
              </a:rPr>
              <a:t>Backup tip: record the demo as one full flow. Avoid switching randomly between screens.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CivicOps AI  |  Final Hackathon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Each member contributed to a specific part of the product story.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9786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257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655064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0136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90472" y="15819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Muhammad Furqan Arshad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90472" y="189280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Team Lead, System Architecture &amp; Integration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165506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80136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14032" y="15819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Ghulam Mohy Ud Din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4032" y="189280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Backend &amp; AI Systems Lead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2724912"/>
            <a:ext cx="5257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2962656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10896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90472" y="288950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Muhammad Huzaifa Shamas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90472" y="320040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Frontend &amp; Command Center Lead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09360" y="2724912"/>
            <a:ext cx="5257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296265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10896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14032" y="288950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Aleeba Pervaiz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14032" y="320040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QA &amp; System Validation Lead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4032504"/>
            <a:ext cx="5257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" y="4270248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441655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90472" y="419709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Khadeeja Ameen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90472" y="45079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AI Evaluation &amp; Community Experience Lead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309360" y="4032504"/>
            <a:ext cx="5257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0528" y="4270248"/>
            <a:ext cx="438912" cy="43891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441655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14032" y="419709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Muhammad Ali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14032" y="45079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Incident Intelligence &amp; Operations Coordinator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1280160" y="5742432"/>
            <a:ext cx="9646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5897880"/>
            <a:ext cx="9189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CivicOps AI helps turn citizen voice into accountable civic action.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PakAngel Final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CivicOps AI</dc:title>
  <dc:subject>CivicOps AI Final Hackathon Presentation</dc:subject>
  <dc:creator>CivicOps AI Team</dc:creator>
  <cp:lastModifiedBy>CivicOps AI Team</cp:lastModifiedBy>
  <cp:revision>1</cp:revision>
  <dcterms:created xsi:type="dcterms:W3CDTF">2026-10-04T17:13:42Z</dcterms:created>
  <dcterms:modified xsi:type="dcterms:W3CDTF">2026-10-04T17:13:42Z</dcterms:modified>
</cp:coreProperties>
</file>